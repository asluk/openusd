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b7cde8cd24c9a" /><Relationship Type="http://schemas.openxmlformats.org/officeDocument/2006/relationships/extended-properties" Target="/docProps/app.xml" Id="R3b5bde305f484c98" /><Relationship Type="http://schemas.openxmlformats.org/officeDocument/2006/relationships/officeDocument" Target="/ppt/presentation.xml" Id="R35b68a02cb05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4f108e6544615"/>
  </p:sldMasterIdLst>
  <p:notesMasterIdLst>
    <p:notesMasterId xmlns:r="http://schemas.openxmlformats.org/officeDocument/2006/relationships" r:id="Rbe984c9fd8c34e7b"/>
  </p:notesMasterIdLst>
  <p:sldIdLst>
    <p:sldId xmlns:r="http://schemas.openxmlformats.org/officeDocument/2006/relationships" id="256" r:id="R8efce899a878418d"/>
    <p:sldId xmlns:r="http://schemas.openxmlformats.org/officeDocument/2006/relationships" id="257" r:id="R9888e6cbe4c74ca6"/>
    <p:sldId xmlns:r="http://schemas.openxmlformats.org/officeDocument/2006/relationships" id="258" r:id="Re0fec5ad6b8443bc"/>
    <p:sldId xmlns:r="http://schemas.openxmlformats.org/officeDocument/2006/relationships" id="259" r:id="R01229a146c2e41db"/>
    <p:sldId xmlns:r="http://schemas.openxmlformats.org/officeDocument/2006/relationships" id="260" r:id="R007eda650ba4428c"/>
    <p:sldId xmlns:r="http://schemas.openxmlformats.org/officeDocument/2006/relationships" id="261" r:id="Rffdce593a42c452d"/>
    <p:sldId xmlns:r="http://schemas.openxmlformats.org/officeDocument/2006/relationships" id="262" r:id="Rbc7704040ccb4b4b"/>
    <p:sldId xmlns:r="http://schemas.openxmlformats.org/officeDocument/2006/relationships" id="263" r:id="R7186241cba2849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028594ef644df" /><Relationship Type="http://schemas.openxmlformats.org/officeDocument/2006/relationships/slideMaster" Target="/ppt/slideMasters/slideMaster1.xml" Id="Reb14f108e6544615" /><Relationship Type="http://schemas.openxmlformats.org/officeDocument/2006/relationships/notesMaster" Target="/ppt/notesMasters/notesMaster1.xml" Id="Rbe984c9fd8c34e7b" /><Relationship Type="http://schemas.openxmlformats.org/officeDocument/2006/relationships/presProps" Target="/ppt/presProps.xml" Id="R8c9183e304e345d4" /><Relationship Type="http://schemas.openxmlformats.org/officeDocument/2006/relationships/tableStyles" Target="/ppt/tableStyles.xml" Id="Re388cd22c24e49f2" /><Relationship Type="http://schemas.openxmlformats.org/officeDocument/2006/relationships/slide" Target="/ppt/slides/slide1.xml" Id="R8efce899a878418d" /><Relationship Type="http://schemas.openxmlformats.org/officeDocument/2006/relationships/slide" Target="/ppt/slides/slide2.xml" Id="R9888e6cbe4c74ca6" /><Relationship Type="http://schemas.openxmlformats.org/officeDocument/2006/relationships/slide" Target="/ppt/slides/slide3.xml" Id="Re0fec5ad6b8443bc" /><Relationship Type="http://schemas.openxmlformats.org/officeDocument/2006/relationships/slide" Target="/ppt/slides/slide4.xml" Id="R01229a146c2e41db" /><Relationship Type="http://schemas.openxmlformats.org/officeDocument/2006/relationships/slide" Target="/ppt/slides/slide5.xml" Id="R007eda650ba4428c" /><Relationship Type="http://schemas.openxmlformats.org/officeDocument/2006/relationships/slide" Target="/ppt/slides/slide6.xml" Id="Rffdce593a42c452d" /><Relationship Type="http://schemas.openxmlformats.org/officeDocument/2006/relationships/slide" Target="/ppt/slides/slide7.xml" Id="Rbc7704040ccb4b4b" /><Relationship Type="http://schemas.openxmlformats.org/officeDocument/2006/relationships/slide" Target="/ppt/slides/slide8.xml" Id="R7186241cba28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398ac25da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980e610874039" /><Relationship Type="http://schemas.openxmlformats.org/officeDocument/2006/relationships/notesMaster" Target="/ppt/notesMasters/notesMaster1.xml" Id="R1206f7ed8e23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c43f020f9494a" /><Relationship Type="http://schemas.openxmlformats.org/officeDocument/2006/relationships/notesMaster" Target="/ppt/notesMasters/notesMaster1.xml" Id="R59a224957b40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4443a08924733" /><Relationship Type="http://schemas.openxmlformats.org/officeDocument/2006/relationships/notesMaster" Target="/ppt/notesMasters/notesMaster1.xml" Id="R76ea7ff9df8b44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84d54edce6417f" /><Relationship Type="http://schemas.openxmlformats.org/officeDocument/2006/relationships/notesMaster" Target="/ppt/notesMasters/notesMaster1.xml" Id="R847572a77844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11bdd7f5064c58" /><Relationship Type="http://schemas.openxmlformats.org/officeDocument/2006/relationships/notesMaster" Target="/ppt/notesMasters/notesMaster1.xml" Id="Rc9fc232091c34a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3d75c6a6f2406a" /><Relationship Type="http://schemas.openxmlformats.org/officeDocument/2006/relationships/notesMaster" Target="/ppt/notesMasters/notesMaster1.xml" Id="Rfbd95b95e0e8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55fa029744a8d" /><Relationship Type="http://schemas.openxmlformats.org/officeDocument/2006/relationships/notesMaster" Target="/ppt/notesMasters/notesMaster1.xml" Id="Rede8a749a86d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bd984cf4de4cf5" /><Relationship Type="http://schemas.openxmlformats.org/officeDocument/2006/relationships/notesMaster" Target="/ppt/notesMasters/notesMaster1.xml" Id="Rc656b63cee7c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'Geospatial scenes with shared placement'. README SHA-256: 7f49781b36513aff2f602a87ca5600ad589859816434af8a2664edccc2a57f12.</a:t>
            </a:r>
          </a:p>
          <a:p xmlns:a="http://schemas.openxmlformats.org/drawingml/2006/main">
            <a:r>
              <a:t>Place railway data, a calibrated site and a removable scalar overlay while retaining their source data.</a:t>
            </a:r>
          </a:p>
          <a:p xmlns:a="http://schemas.openxmlformats.org/drawingml/2006/main">
            <a:r>
              <a:t>Headless queries, native Hydra/Storm and Omniverse Fabric consume the same evaluated placement.</a:t>
            </a:r>
          </a:p>
          <a:p xmlns:a="http://schemas.openxmlformats.org/drawingml/2006/main">
            <a:r>
              <a:t>Execute every workflow and test alternative rules; use the failures and discrepancies to improve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'Railway source and scene identity'. README SHA-256: 7f49781b36513aff2f602a87ca5600ad589859816434af8a2664edccc2a57f12.</a:t>
            </a:r>
          </a:p>
          <a:p xmlns:a="http://schemas.openxmlformats.org/drawingml/2006/main">
            <a:r>
              <a:t>1,473 source features resolve with all 15,822 vertices, object identities and polygon rings checked.</a:t>
            </a:r>
          </a:p>
          <a:p xmlns:a="http://schemas.openxmlformats.org/drawingml/2006/main">
            <a:r>
              <a:t>Across 186 curves, offset-basis choice changes maximum mismatch from 16.71 cm to 41.7 micrometres.</a:t>
            </a:r>
          </a:p>
          <a:p xmlns:a="http://schemas.openxmlformats.org/drawingml/2006/main">
            <a:r>
              <a:t>Three map tiles share the output frame. Height interpretation is explicit; survey metadata remains unknown.</a:t>
            </a:r>
          </a:p>
          <a:p xmlns:a="http://schemas.openxmlformats.org/drawingml/2006/main">
            <a:r>
              <a:t>Resolved railway boundaries over the retained map tiles in the selected projected frame.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'Native interpolation preserves the authored path'. README SHA-256: 7f49781b36513aff2f602a87ca5600ad589859816434af8a2664edccc2a57f12.</a:t>
            </a:r>
          </a:p>
          <a:p xmlns:a="http://schemas.openxmlformats.org/drawingml/2006/main">
            <a:r>
              <a:t>Both experimental position carriers interpolate recorded native coordinates before conversion.</a:t>
            </a:r>
          </a:p>
          <a:p xmlns:a="http://schemas.openxmlformats.org/drawingml/2006/main">
            <a:r>
              <a:t>Interpolating converted endpoints puts the equatorial midpoint 971.421 m inside the ellipsoid.</a:t>
            </a:r>
          </a:p>
          <a:p xmlns:a="http://schemas.openxmlformats.org/drawingml/2006/main">
            <a:r>
              <a:t>Edits invalidate evaluated results; explicit export records its CRS and sampled times.</a:t>
            </a:r>
          </a:p>
          <a:p xmlns:a="http://schemas.openxmlformats.org/drawingml/2006/main">
            <a:r>
              <a:t>Native interpolation and the erroneous Cartesian chord; axes use different units and vertical scale is exaggerated.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'Scalar data and a removable visualization'. README SHA-256: 7f49781b36513aff2f602a87ca5600ad589859816434af8a2664edccc2a57f12.</a:t>
            </a:r>
          </a:p>
          <a:p xmlns:a="http://schemas.openxmlformats.org/drawingml/2006/main">
            <a:r>
              <a:t>All 2,664 scalar samples resolve; all 2,664 visualization markers are removed through the consumer update path.</a:t>
            </a:r>
          </a:p>
          <a:p xmlns:a="http://schemas.openxmlformats.org/drawingml/2006/main">
            <a:r>
              <a:t>Omniverse Fabric and native Hydra receive the same placements while source values remain unchanged.</a:t>
            </a:r>
          </a:p>
          <a:p xmlns:a="http://schemas.openxmlformats.org/drawingml/2006/main">
            <a:r>
              <a:t>Physical units, forecast origin, timestamp and source CRS metadata remain unverified.</a:t>
            </a:r>
          </a:p>
          <a:p xmlns:a="http://schemas.openxmlformats.org/drawingml/2006/main">
            <a:r>
              <a:t>All scalar sample locations resolved into ECEF under the explicit WGS84/zero-height hypothesis; colors are raw values.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'Site placement remains separate from asset conformance'. README SHA-256: 7f49781b36513aff2f602a87ca5600ad589859816434af8a2664edccc2a57f12.</a:t>
            </a:r>
          </a:p>
          <a:p xmlns:a="http://schemas.openxmlformats.org/drawingml/2006/main">
            <a:r>
              <a:t>The supplied local-grid calibration places the complete tower in Lambert-93 with IGN69 height.</a:t>
            </a:r>
          </a:p>
          <a:p xmlns:a="http://schemas.openxmlformats.org/drawingml/2006/main">
            <a:r>
              <a:t>Project relocation and a constructed incline change placement while the source asset stays unchanged.</a:t>
            </a:r>
          </a:p>
          <a:p xmlns:a="http://schemas.openxmlformats.org/drawingml/2006/main">
            <a:r>
              <a:t>The image is a real Storm render of the new native scene index; no retired geospatial plugin is loaded.</a:t>
            </a:r>
          </a:p>
          <a:p xmlns:a="http://schemas.openxmlformats.org/drawingml/2006/main">
            <a:r>
              <a:t>Storm renders the resolved site asset directly from the native Hydra adapter.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'Two runtime targets'. README SHA-256: 7f49781b36513aff2f602a87ca5600ad589859816434af8a2664edccc2a57f12.</a:t>
            </a:r>
          </a:p>
          <a:p xmlns:a="http://schemas.openxmlformats.org/drawingml/2006/main">
            <a:r>
              <a:t>Non-Hydra: read-only scene resolution, coordinate and relative-placement queries, bounds, edits and export.</a:t>
            </a:r>
          </a:p>
          <a:p xmlns:a="http://schemas.openxmlformats.org/drawingml/2006/main">
            <a:r>
              <a:t>Hydra: a compiled scene index with geometry, topology and change notices, rendered directly by Storm.</a:t>
            </a:r>
          </a:p>
          <a:p xmlns:a="http://schemas.openxmlformats.org/drawingml/2006/main">
            <a:r>
              <a:t>Omniverse Fabric is an additional real consumer; independent Karney arithmetic checks geodetic consistency.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'Design choices exercised by the complete run'. README SHA-256: 7f49781b36513aff2f602a87ca5600ad589859816434af8a2664edccc2a57f12.</a:t>
            </a:r>
          </a:p>
          <a:p xmlns:a="http://schemas.openxmlformats.org/drawingml/2006/main">
            <a:r>
              <a:t>Affine and pointwise placement are both implemented; extent sweeps reveal where one matrix loses fidelity.</a:t>
            </a:r>
          </a:p>
          <a:p xmlns:a="http://schemas.openxmlformats.org/drawingml/2006/main">
            <a:r>
              <a:t>Applying an ancestor transform after an absolute position produces a tested 1,000 m violation.</a:t>
            </a:r>
          </a:p>
          <a:p xmlns:a="http://schemas.openxmlformats.org/drawingml/2006/main">
            <a:r>
              <a:t>Missing grids or coordinate epochs fail observably; animation time never supplies a coordinate epoch.</a:t>
            </a:r>
          </a:p>
          <a:p xmlns:a="http://schemas.openxmlformats.org/drawingml/2006/main">
            <a:r>
              <a:t>Measured affine-versus-pointwise displacement as geometry footprint grows; bounds cover tested vertices.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'Review requests'. README SHA-256: 7f49781b36513aff2f602a87ca5600ad589859816434af8a2664edccc2a57f12.</a:t>
            </a:r>
          </a:p>
          <a:p xmlns:a="http://schemas.openxmlformats.org/drawingml/2006/main">
            <a:r>
              <a:t>Approve the drafted functional requirements and select among the executed runtime alternatives.</a:t>
            </a:r>
          </a:p>
          <a:p xmlns:a="http://schemas.openxmlformats.org/drawingml/2006/main">
            <a:r>
              <a:t>Clarify the extent/bound domain, unit and offset basis, project placement and dependency/target rules.</a:t>
            </a:r>
          </a:p>
          <a:p xmlns:a="http://schemas.openxmlformats.org/drawingml/2006/main">
            <a:r>
              <a:t>Supply certified vertical/epoch metadata and control points where accuracy claims are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73c94d18948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84bb955fd40eb" /><Relationship Type="http://schemas.openxmlformats.org/officeDocument/2006/relationships/slideLayout" Target="/ppt/slideLayouts/slideLayout1.xml" Id="Rfdf5a59b0441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5a59b0441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1e1615a1b4dcf" /><Relationship Type="http://schemas.openxmlformats.org/officeDocument/2006/relationships/notesSlide" Target="/ppt/notesSlides/notesSlide1.xml" Id="R828934165edf40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c60b9675447ff" /><Relationship Type="http://schemas.openxmlformats.org/officeDocument/2006/relationships/image" Target="/ppt/media/image.png" Id="R1ad1f105fab24e0b" /><Relationship Type="http://schemas.openxmlformats.org/officeDocument/2006/relationships/notesSlide" Target="/ppt/notesSlides/notesSlide2.xml" Id="R008472b1aadb40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e5841a2ab449a" /><Relationship Type="http://schemas.openxmlformats.org/officeDocument/2006/relationships/image" Target="/ppt/media/image2.png" Id="R0e9745e8a1c1410f" /><Relationship Type="http://schemas.openxmlformats.org/officeDocument/2006/relationships/notesSlide" Target="/ppt/notesSlides/notesSlide3.xml" Id="Ra67491a5521d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8f05fe25a4cc1" /><Relationship Type="http://schemas.openxmlformats.org/officeDocument/2006/relationships/image" Target="/ppt/media/image3.png" Id="R1a1964cbfc37400d" /><Relationship Type="http://schemas.openxmlformats.org/officeDocument/2006/relationships/notesSlide" Target="/ppt/notesSlides/notesSlide4.xml" Id="R02bbe1107b3d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01456f32849a1" /><Relationship Type="http://schemas.openxmlformats.org/officeDocument/2006/relationships/image" Target="/ppt/media/image4.png" Id="R695b5424bc0a4d64" /><Relationship Type="http://schemas.openxmlformats.org/officeDocument/2006/relationships/notesSlide" Target="/ppt/notesSlides/notesSlide5.xml" Id="Re567698dacc9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67046765c4687" /><Relationship Type="http://schemas.openxmlformats.org/officeDocument/2006/relationships/notesSlide" Target="/ppt/notesSlides/notesSlide6.xml" Id="Rceda50626a1d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4e89da11647ec" /><Relationship Type="http://schemas.openxmlformats.org/officeDocument/2006/relationships/image" Target="/ppt/media/image5.png" Id="Rfb5e71e3301549a6" /><Relationship Type="http://schemas.openxmlformats.org/officeDocument/2006/relationships/notesSlide" Target="/ppt/notesSlides/notesSlide7.xml" Id="R4a214c20509e48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52184aa234ed7" /><Relationship Type="http://schemas.openxmlformats.org/officeDocument/2006/relationships/notesSlide" Target="/ppt/notesSlides/notesSlide8.xml" Id="R7dacfd44fbc040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67F2-5683-4C88-9107-93725C2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48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Geospatial scenes with shared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95B07-1A85-4AFC-9161-032F1E7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BE8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BE8EC"/>
                </a:solidFill>
                <a:latin typeface="Arial"/>
                <a:ea typeface="Arial"/>
                <a:cs typeface="Arial"/>
              </a:rPr>
              <a:t>Place railway data, a calibrated site and a removable scalar overlay while retaining their source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7D172-2B28-4B98-9EFD-EA56E63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D7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D744"/>
                </a:solidFill>
                <a:latin typeface="Arial"/>
                <a:ea typeface="Arial"/>
                <a:cs typeface="Arial"/>
              </a:rPr>
              <a:t>Headless queries, native Hydra/Storm and Omniverse Fabric consume the same evaluated 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B81CB-6F49-4EDB-8450-ACA8BE9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BE8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BE8EC"/>
                </a:solidFill>
                <a:latin typeface="Arial"/>
                <a:ea typeface="Arial"/>
                <a:cs typeface="Arial"/>
              </a:rPr>
              <a:t>Execute every workflow and test alternative rules; use the failures and discrepancies to improve the design.</a:t>
            </a:r>
          </a:p>
        </p:txBody>
      </p:sp>
    </p:spTree>
    <p:extLst>
      <p:ext uri="{BB962C8B-B14F-4D97-AF65-F5344CB8AC3E}">
        <p14:creationId xmlns:p14="http://schemas.microsoft.com/office/powerpoint/2010/main" val="232721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2D249-FA91-42C1-8324-0ECF11F1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Railway source and scene identity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f105fab24e0b"/>
          <a:stretch xmlns:a="http://schemas.openxmlformats.org/drawingml/2006/main"/>
        </p:blipFill>
        <p:spPr>
          <a:xfrm xmlns:a="http://schemas.openxmlformats.org/drawingml/2006/main">
            <a:off x="457200" y="1641331"/>
            <a:ext cx="6819900" cy="41849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CDEFE-2BDC-4E68-9497-FF8AF3C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1,473 source features resolve with all 15,822 vertices, object identities and polygon rings checked.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F253C-6C07-4AE8-95B4-4E7117D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Across 186 curves, offset-basis choice changes maximum mismatch from 16.71 cm to 41.7 micrometres.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7AF29-BB19-4CA4-8CE9-197E812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Three map tiles share the output frame. Height interpretation is explicit; survey metadata remains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07D45-65F9-4DE2-984C-9ECCA38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Resolved railway boundaries over the retained map tiles in the selected projected frame.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5426A-C4E4-4C69-BE94-DC0086DF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184146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88BD2-9735-40F1-8369-FEE4B9C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Native interpolation preserves the authored path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745e8a1c1410f"/>
          <a:stretch xmlns:a="http://schemas.openxmlformats.org/drawingml/2006/main"/>
        </p:blipFill>
        <p:spPr>
          <a:xfrm xmlns:a="http://schemas.openxmlformats.org/drawingml/2006/main">
            <a:off x="457200" y="1641331"/>
            <a:ext cx="6819900" cy="41849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D4A67-E135-4762-A427-FC85CDB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Both experimental position carriers interpolate recorded native coordinates before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024A2-98CB-47DE-B5F4-F68E6AF6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Interpolating converted endpoints puts the equatorial midpoint 971.421 m inside the ellipsoid.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EC459-FDEF-43B8-A6B8-5B96229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Edits invalidate evaluated results; explicit export records its CRS and sampled times.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48EC1-814B-4637-87BE-3065D39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Native interpolation and the erroneous Cartesian chord; axes use different units and vertical scale is exaggerated.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33BE6-270A-45F7-BA31-F86CC072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702993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4E0F5-E0FB-42FF-BC60-8CEB6A3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Scalar data and a removable visualization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964cbfc37400d"/>
          <a:stretch xmlns:a="http://schemas.openxmlformats.org/drawingml/2006/main"/>
        </p:blipFill>
        <p:spPr>
          <a:xfrm xmlns:a="http://schemas.openxmlformats.org/drawingml/2006/main">
            <a:off x="457200" y="1641331"/>
            <a:ext cx="6819900" cy="41849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92F92-CE8F-48EB-9F2C-90A2D06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All 2,664 scalar samples resolve; all 2,664 visualization markers are removed through the consumer update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AD187-C0CF-4D67-846E-18B99F7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Omniverse Fabric and native Hydra receive the same placements while source values remain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35FC-FBBA-4A3E-8A6F-A4A75138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Physical units, forecast origin, timestamp and source CRS metadata remain unverified.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4BFB8-929F-41F4-BBBC-7B048D3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All scalar sample locations resolved into ECEF under the explicit WGS84/zero-height hypothesis; colors are raw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EB31F-FB5E-4F8A-80C0-5D6B8F56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58286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0AB66-C943-47A3-8C46-CBE8D55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Site placement remains separate from asset conformance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b5424bc0a4d64"/>
          <a:stretch xmlns:a="http://schemas.openxmlformats.org/drawingml/2006/main"/>
        </p:blipFill>
        <p:spPr>
          <a:xfrm xmlns:a="http://schemas.openxmlformats.org/drawingml/2006/main">
            <a:off x="457200" y="1815703"/>
            <a:ext cx="6819900" cy="383619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250E0-56D3-4740-95CC-10DF3772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supplied local-grid calibration places the complete tower in Lambert-93 with IGN69 height.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8AE37-8BB4-428E-A49D-3D39B6F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Project relocation and a constructed incline change placement while the source asset stays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5879C-6685-4326-820A-1AADA7D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image is a real Storm render of the new native scene index; no retired geospatial plugin is loaded.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E03A6-441D-46B9-A3B2-5F276BC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Storm renders the resolved site asset directly from the native Hydra adapter.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4A42C-B333-482B-A08D-A3ED1F7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2086101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0F41D-9114-4BA9-9D52-07206B2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Two runtime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FD0C5-CDC4-4AD5-A7D9-055A9CB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Non-Hydra: read-only scene resolution, coordinate and relative-placement queries, bounds, edits and export.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12FBD-185E-4D5D-BF95-5963DE68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Hydra: a compiled scene index with geometry, topology and change notices, rendered directly by Storm.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A4778-9ACA-43BF-9172-8CD5A32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Omniverse Fabric is an additional real consumer; independent Karney arithmetic checks geodetic consistency.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3455B-EB4D-45BD-B678-5CC8D056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688212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604BE-CE6C-488E-AF4E-7689A05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Design choices exercised by the complete run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e71e3301549a6"/>
          <a:stretch xmlns:a="http://schemas.openxmlformats.org/drawingml/2006/main"/>
        </p:blipFill>
        <p:spPr>
          <a:xfrm xmlns:a="http://schemas.openxmlformats.org/drawingml/2006/main">
            <a:off x="457200" y="1641331"/>
            <a:ext cx="6819900" cy="41849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9E7B7-BE62-42CA-A946-F503BD1E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Affine and pointwise placement are both implemented; extent sweeps reveal where one matrix loses fidelity.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7E791-FC1E-4B3C-9A69-8F58CF2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Applying an ancestor transform after an absolute position produces a tested 1,000 m violation.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684BB-D635-406B-A42F-205E3333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Missing grids or coordinate epochs fail observably; animation time never supplies a coordinate epoch.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CEDCD-E46E-4125-9BD9-AD819D3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Measured affine-versus-pointwise displacement as geometry footprint grows; bounds cover tested vertices.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ED577-8AFA-4649-B7A5-6CB0BF3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775875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F117D-EAD9-402B-9EE7-869E0B47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Review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6741B-E481-4BB5-A2EC-35AE31C7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Approve the drafted functional requirements and select among the executed runtime alternatives.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C6CE0-A7A1-494D-B30C-E3C6032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Clarify the extent/bound domain, unit and offset basis, project placement and dependency/target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604F3-3277-4673-A4EF-BB31F3E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Supply certified vertical/epoch metadata and control points where accuracy claims are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AB498-9671-47B6-A2CD-C72EF50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629750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2026-09-22T03:28:42.4620000Z</dcterms:created>
  <dcterms:modified xsi:type="dcterms:W3CDTF">2026-09-22T03:28:42.4620000Z</dcterms:modified>
</coreProperties>
</file>